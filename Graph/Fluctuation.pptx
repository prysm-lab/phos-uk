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</p:sldIdLst>
  <p:sldSz cx="10391775" cy="6119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>
        <p:scale>
          <a:sx n="102" d="100"/>
          <a:sy n="102" d="100"/>
        </p:scale>
        <p:origin x="408" y="-6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8972" y="1001553"/>
            <a:ext cx="7793831" cy="2130602"/>
          </a:xfrm>
        </p:spPr>
        <p:txBody>
          <a:bodyPr anchor="b"/>
          <a:lstStyle>
            <a:lvl1pPr algn="ctr">
              <a:defRPr sz="511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8972" y="3214319"/>
            <a:ext cx="7793831" cy="1477538"/>
          </a:xfrm>
        </p:spPr>
        <p:txBody>
          <a:bodyPr/>
          <a:lstStyle>
            <a:lvl1pPr marL="0" indent="0" algn="ctr">
              <a:buNone/>
              <a:defRPr sz="2046"/>
            </a:lvl1pPr>
            <a:lvl2pPr marL="389672" indent="0" algn="ctr">
              <a:buNone/>
              <a:defRPr sz="1705"/>
            </a:lvl2pPr>
            <a:lvl3pPr marL="779343" indent="0" algn="ctr">
              <a:buNone/>
              <a:defRPr sz="1534"/>
            </a:lvl3pPr>
            <a:lvl4pPr marL="1169015" indent="0" algn="ctr">
              <a:buNone/>
              <a:defRPr sz="1364"/>
            </a:lvl4pPr>
            <a:lvl5pPr marL="1558686" indent="0" algn="ctr">
              <a:buNone/>
              <a:defRPr sz="1364"/>
            </a:lvl5pPr>
            <a:lvl6pPr marL="1948358" indent="0" algn="ctr">
              <a:buNone/>
              <a:defRPr sz="1364"/>
            </a:lvl6pPr>
            <a:lvl7pPr marL="2338029" indent="0" algn="ctr">
              <a:buNone/>
              <a:defRPr sz="1364"/>
            </a:lvl7pPr>
            <a:lvl8pPr marL="2727701" indent="0" algn="ctr">
              <a:buNone/>
              <a:defRPr sz="1364"/>
            </a:lvl8pPr>
            <a:lvl9pPr marL="3117372" indent="0" algn="ctr">
              <a:buNone/>
              <a:defRPr sz="1364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F4E25-734C-44CB-B4AC-6F5DE5FA51A6}" type="datetimeFigureOut">
              <a:rPr lang="en-GB" smtClean="0"/>
              <a:t>18/09/2025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674F3-796D-458C-809B-D4D882628C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08441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F4E25-734C-44CB-B4AC-6F5DE5FA51A6}" type="datetimeFigureOut">
              <a:rPr lang="en-GB" smtClean="0"/>
              <a:t>18/09/2025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674F3-796D-458C-809B-D4D882628C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3200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9022" y="1525704"/>
            <a:ext cx="8962906" cy="2545672"/>
          </a:xfrm>
        </p:spPr>
        <p:txBody>
          <a:bodyPr anchor="b"/>
          <a:lstStyle>
            <a:lvl1pPr>
              <a:defRPr sz="511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09022" y="4095459"/>
            <a:ext cx="8962906" cy="1338709"/>
          </a:xfrm>
        </p:spPr>
        <p:txBody>
          <a:bodyPr/>
          <a:lstStyle>
            <a:lvl1pPr marL="0" indent="0">
              <a:buNone/>
              <a:defRPr sz="2046">
                <a:solidFill>
                  <a:schemeClr val="tx1">
                    <a:tint val="82000"/>
                  </a:schemeClr>
                </a:solidFill>
              </a:defRPr>
            </a:lvl1pPr>
            <a:lvl2pPr marL="389672" indent="0">
              <a:buNone/>
              <a:defRPr sz="1705">
                <a:solidFill>
                  <a:schemeClr val="tx1">
                    <a:tint val="82000"/>
                  </a:schemeClr>
                </a:solidFill>
              </a:defRPr>
            </a:lvl2pPr>
            <a:lvl3pPr marL="779343" indent="0">
              <a:buNone/>
              <a:defRPr sz="1534">
                <a:solidFill>
                  <a:schemeClr val="tx1">
                    <a:tint val="82000"/>
                  </a:schemeClr>
                </a:solidFill>
              </a:defRPr>
            </a:lvl3pPr>
            <a:lvl4pPr marL="1169015" indent="0">
              <a:buNone/>
              <a:defRPr sz="1364">
                <a:solidFill>
                  <a:schemeClr val="tx1">
                    <a:tint val="82000"/>
                  </a:schemeClr>
                </a:solidFill>
              </a:defRPr>
            </a:lvl4pPr>
            <a:lvl5pPr marL="1558686" indent="0">
              <a:buNone/>
              <a:defRPr sz="1364">
                <a:solidFill>
                  <a:schemeClr val="tx1">
                    <a:tint val="82000"/>
                  </a:schemeClr>
                </a:solidFill>
              </a:defRPr>
            </a:lvl5pPr>
            <a:lvl6pPr marL="1948358" indent="0">
              <a:buNone/>
              <a:defRPr sz="1364">
                <a:solidFill>
                  <a:schemeClr val="tx1">
                    <a:tint val="82000"/>
                  </a:schemeClr>
                </a:solidFill>
              </a:defRPr>
            </a:lvl6pPr>
            <a:lvl7pPr marL="2338029" indent="0">
              <a:buNone/>
              <a:defRPr sz="1364">
                <a:solidFill>
                  <a:schemeClr val="tx1">
                    <a:tint val="82000"/>
                  </a:schemeClr>
                </a:solidFill>
              </a:defRPr>
            </a:lvl7pPr>
            <a:lvl8pPr marL="2727701" indent="0">
              <a:buNone/>
              <a:defRPr sz="1364">
                <a:solidFill>
                  <a:schemeClr val="tx1">
                    <a:tint val="82000"/>
                  </a:schemeClr>
                </a:solidFill>
              </a:defRPr>
            </a:lvl8pPr>
            <a:lvl9pPr marL="3117372" indent="0">
              <a:buNone/>
              <a:defRPr sz="1364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F4E25-734C-44CB-B4AC-6F5DE5FA51A6}" type="datetimeFigureOut">
              <a:rPr lang="en-GB" smtClean="0"/>
              <a:t>18/09/2025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674F3-796D-458C-809B-D4D882628C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37079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14435" y="1629117"/>
            <a:ext cx="4416504" cy="38829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60836" y="1629117"/>
            <a:ext cx="4416504" cy="38829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F4E25-734C-44CB-B4AC-6F5DE5FA51A6}" type="datetimeFigureOut">
              <a:rPr lang="en-GB" smtClean="0"/>
              <a:t>18/09/2025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674F3-796D-458C-809B-D4D882628C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71745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5788" y="325824"/>
            <a:ext cx="8962906" cy="118288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5788" y="1500205"/>
            <a:ext cx="4396208" cy="735227"/>
          </a:xfrm>
        </p:spPr>
        <p:txBody>
          <a:bodyPr anchor="b"/>
          <a:lstStyle>
            <a:lvl1pPr marL="0" indent="0">
              <a:buNone/>
              <a:defRPr sz="2046" b="1"/>
            </a:lvl1pPr>
            <a:lvl2pPr marL="389672" indent="0">
              <a:buNone/>
              <a:defRPr sz="1705" b="1"/>
            </a:lvl2pPr>
            <a:lvl3pPr marL="779343" indent="0">
              <a:buNone/>
              <a:defRPr sz="1534" b="1"/>
            </a:lvl3pPr>
            <a:lvl4pPr marL="1169015" indent="0">
              <a:buNone/>
              <a:defRPr sz="1364" b="1"/>
            </a:lvl4pPr>
            <a:lvl5pPr marL="1558686" indent="0">
              <a:buNone/>
              <a:defRPr sz="1364" b="1"/>
            </a:lvl5pPr>
            <a:lvl6pPr marL="1948358" indent="0">
              <a:buNone/>
              <a:defRPr sz="1364" b="1"/>
            </a:lvl6pPr>
            <a:lvl7pPr marL="2338029" indent="0">
              <a:buNone/>
              <a:defRPr sz="1364" b="1"/>
            </a:lvl7pPr>
            <a:lvl8pPr marL="2727701" indent="0">
              <a:buNone/>
              <a:defRPr sz="1364" b="1"/>
            </a:lvl8pPr>
            <a:lvl9pPr marL="3117372" indent="0">
              <a:buNone/>
              <a:defRPr sz="136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5788" y="2235432"/>
            <a:ext cx="4396208" cy="32879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260836" y="1500205"/>
            <a:ext cx="4417858" cy="735227"/>
          </a:xfrm>
        </p:spPr>
        <p:txBody>
          <a:bodyPr anchor="b"/>
          <a:lstStyle>
            <a:lvl1pPr marL="0" indent="0">
              <a:buNone/>
              <a:defRPr sz="2046" b="1"/>
            </a:lvl1pPr>
            <a:lvl2pPr marL="389672" indent="0">
              <a:buNone/>
              <a:defRPr sz="1705" b="1"/>
            </a:lvl2pPr>
            <a:lvl3pPr marL="779343" indent="0">
              <a:buNone/>
              <a:defRPr sz="1534" b="1"/>
            </a:lvl3pPr>
            <a:lvl4pPr marL="1169015" indent="0">
              <a:buNone/>
              <a:defRPr sz="1364" b="1"/>
            </a:lvl4pPr>
            <a:lvl5pPr marL="1558686" indent="0">
              <a:buNone/>
              <a:defRPr sz="1364" b="1"/>
            </a:lvl5pPr>
            <a:lvl6pPr marL="1948358" indent="0">
              <a:buNone/>
              <a:defRPr sz="1364" b="1"/>
            </a:lvl6pPr>
            <a:lvl7pPr marL="2338029" indent="0">
              <a:buNone/>
              <a:defRPr sz="1364" b="1"/>
            </a:lvl7pPr>
            <a:lvl8pPr marL="2727701" indent="0">
              <a:buNone/>
              <a:defRPr sz="1364" b="1"/>
            </a:lvl8pPr>
            <a:lvl9pPr marL="3117372" indent="0">
              <a:buNone/>
              <a:defRPr sz="136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260836" y="2235432"/>
            <a:ext cx="4417858" cy="32879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F4E25-734C-44CB-B4AC-6F5DE5FA51A6}" type="datetimeFigureOut">
              <a:rPr lang="en-GB" smtClean="0"/>
              <a:t>18/09/2025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674F3-796D-458C-809B-D4D882628C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44601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F4E25-734C-44CB-B4AC-6F5DE5FA51A6}" type="datetimeFigureOut">
              <a:rPr lang="en-GB" smtClean="0"/>
              <a:t>18/09/2025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674F3-796D-458C-809B-D4D882628C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38457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F4E25-734C-44CB-B4AC-6F5DE5FA51A6}" type="datetimeFigureOut">
              <a:rPr lang="en-GB" smtClean="0"/>
              <a:t>18/09/2025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674F3-796D-458C-809B-D4D882628C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71599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5788" y="407988"/>
            <a:ext cx="3351618" cy="1427956"/>
          </a:xfrm>
        </p:spPr>
        <p:txBody>
          <a:bodyPr anchor="b"/>
          <a:lstStyle>
            <a:lvl1pPr>
              <a:defRPr sz="272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17858" y="881140"/>
            <a:ext cx="5260836" cy="4349034"/>
          </a:xfrm>
        </p:spPr>
        <p:txBody>
          <a:bodyPr/>
          <a:lstStyle>
            <a:lvl1pPr>
              <a:defRPr sz="2727"/>
            </a:lvl1pPr>
            <a:lvl2pPr>
              <a:defRPr sz="2386"/>
            </a:lvl2pPr>
            <a:lvl3pPr>
              <a:defRPr sz="2046"/>
            </a:lvl3pPr>
            <a:lvl4pPr>
              <a:defRPr sz="1705"/>
            </a:lvl4pPr>
            <a:lvl5pPr>
              <a:defRPr sz="1705"/>
            </a:lvl5pPr>
            <a:lvl6pPr>
              <a:defRPr sz="1705"/>
            </a:lvl6pPr>
            <a:lvl7pPr>
              <a:defRPr sz="1705"/>
            </a:lvl7pPr>
            <a:lvl8pPr>
              <a:defRPr sz="1705"/>
            </a:lvl8pPr>
            <a:lvl9pPr>
              <a:defRPr sz="170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15788" y="1835944"/>
            <a:ext cx="3351618" cy="3401313"/>
          </a:xfrm>
        </p:spPr>
        <p:txBody>
          <a:bodyPr/>
          <a:lstStyle>
            <a:lvl1pPr marL="0" indent="0">
              <a:buNone/>
              <a:defRPr sz="1364"/>
            </a:lvl1pPr>
            <a:lvl2pPr marL="389672" indent="0">
              <a:buNone/>
              <a:defRPr sz="1193"/>
            </a:lvl2pPr>
            <a:lvl3pPr marL="779343" indent="0">
              <a:buNone/>
              <a:defRPr sz="1023"/>
            </a:lvl3pPr>
            <a:lvl4pPr marL="1169015" indent="0">
              <a:buNone/>
              <a:defRPr sz="852"/>
            </a:lvl4pPr>
            <a:lvl5pPr marL="1558686" indent="0">
              <a:buNone/>
              <a:defRPr sz="852"/>
            </a:lvl5pPr>
            <a:lvl6pPr marL="1948358" indent="0">
              <a:buNone/>
              <a:defRPr sz="852"/>
            </a:lvl6pPr>
            <a:lvl7pPr marL="2338029" indent="0">
              <a:buNone/>
              <a:defRPr sz="852"/>
            </a:lvl7pPr>
            <a:lvl8pPr marL="2727701" indent="0">
              <a:buNone/>
              <a:defRPr sz="852"/>
            </a:lvl8pPr>
            <a:lvl9pPr marL="3117372" indent="0">
              <a:buNone/>
              <a:defRPr sz="85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F4E25-734C-44CB-B4AC-6F5DE5FA51A6}" type="datetimeFigureOut">
              <a:rPr lang="en-GB" smtClean="0"/>
              <a:t>18/09/2025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674F3-796D-458C-809B-D4D882628C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81644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5788" y="407988"/>
            <a:ext cx="3351618" cy="1427956"/>
          </a:xfrm>
        </p:spPr>
        <p:txBody>
          <a:bodyPr anchor="b"/>
          <a:lstStyle>
            <a:lvl1pPr>
              <a:defRPr sz="272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17858" y="881140"/>
            <a:ext cx="5260836" cy="4349034"/>
          </a:xfrm>
        </p:spPr>
        <p:txBody>
          <a:bodyPr anchor="t"/>
          <a:lstStyle>
            <a:lvl1pPr marL="0" indent="0">
              <a:buNone/>
              <a:defRPr sz="2727"/>
            </a:lvl1pPr>
            <a:lvl2pPr marL="389672" indent="0">
              <a:buNone/>
              <a:defRPr sz="2386"/>
            </a:lvl2pPr>
            <a:lvl3pPr marL="779343" indent="0">
              <a:buNone/>
              <a:defRPr sz="2046"/>
            </a:lvl3pPr>
            <a:lvl4pPr marL="1169015" indent="0">
              <a:buNone/>
              <a:defRPr sz="1705"/>
            </a:lvl4pPr>
            <a:lvl5pPr marL="1558686" indent="0">
              <a:buNone/>
              <a:defRPr sz="1705"/>
            </a:lvl5pPr>
            <a:lvl6pPr marL="1948358" indent="0">
              <a:buNone/>
              <a:defRPr sz="1705"/>
            </a:lvl6pPr>
            <a:lvl7pPr marL="2338029" indent="0">
              <a:buNone/>
              <a:defRPr sz="1705"/>
            </a:lvl7pPr>
            <a:lvl8pPr marL="2727701" indent="0">
              <a:buNone/>
              <a:defRPr sz="1705"/>
            </a:lvl8pPr>
            <a:lvl9pPr marL="3117372" indent="0">
              <a:buNone/>
              <a:defRPr sz="1705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15788" y="1835944"/>
            <a:ext cx="3351618" cy="3401313"/>
          </a:xfrm>
        </p:spPr>
        <p:txBody>
          <a:bodyPr/>
          <a:lstStyle>
            <a:lvl1pPr marL="0" indent="0">
              <a:buNone/>
              <a:defRPr sz="1364"/>
            </a:lvl1pPr>
            <a:lvl2pPr marL="389672" indent="0">
              <a:buNone/>
              <a:defRPr sz="1193"/>
            </a:lvl2pPr>
            <a:lvl3pPr marL="779343" indent="0">
              <a:buNone/>
              <a:defRPr sz="1023"/>
            </a:lvl3pPr>
            <a:lvl4pPr marL="1169015" indent="0">
              <a:buNone/>
              <a:defRPr sz="852"/>
            </a:lvl4pPr>
            <a:lvl5pPr marL="1558686" indent="0">
              <a:buNone/>
              <a:defRPr sz="852"/>
            </a:lvl5pPr>
            <a:lvl6pPr marL="1948358" indent="0">
              <a:buNone/>
              <a:defRPr sz="852"/>
            </a:lvl6pPr>
            <a:lvl7pPr marL="2338029" indent="0">
              <a:buNone/>
              <a:defRPr sz="852"/>
            </a:lvl7pPr>
            <a:lvl8pPr marL="2727701" indent="0">
              <a:buNone/>
              <a:defRPr sz="852"/>
            </a:lvl8pPr>
            <a:lvl9pPr marL="3117372" indent="0">
              <a:buNone/>
              <a:defRPr sz="85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F4E25-734C-44CB-B4AC-6F5DE5FA51A6}" type="datetimeFigureOut">
              <a:rPr lang="en-GB" smtClean="0"/>
              <a:t>18/09/2025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674F3-796D-458C-809B-D4D882628C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06549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F4E25-734C-44CB-B4AC-6F5DE5FA51A6}" type="datetimeFigureOut">
              <a:rPr lang="en-GB" smtClean="0"/>
              <a:t>18/09/2025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674F3-796D-458C-809B-D4D882628C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15850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436614" y="325823"/>
            <a:ext cx="2240726" cy="518625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14435" y="325823"/>
            <a:ext cx="6592282" cy="518625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F4E25-734C-44CB-B4AC-6F5DE5FA51A6}" type="datetimeFigureOut">
              <a:rPr lang="en-GB" smtClean="0"/>
              <a:t>18/09/2025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674F3-796D-458C-809B-D4D882628C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88393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14435" y="325824"/>
            <a:ext cx="8962906" cy="11828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4435" y="1629117"/>
            <a:ext cx="8962906" cy="38829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14435" y="5672161"/>
            <a:ext cx="2338149" cy="3258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3F4E25-734C-44CB-B4AC-6F5DE5FA51A6}" type="datetimeFigureOut">
              <a:rPr lang="en-GB" smtClean="0"/>
              <a:t>18/09/2025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42276" y="5672161"/>
            <a:ext cx="3507224" cy="3258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339191" y="5672161"/>
            <a:ext cx="2338149" cy="3258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5674F3-796D-458C-809B-D4D882628C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76039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779343" rtl="0" eaLnBrk="1" latinLnBrk="0" hangingPunct="1">
        <a:lnSpc>
          <a:spcPct val="90000"/>
        </a:lnSpc>
        <a:spcBef>
          <a:spcPct val="0"/>
        </a:spcBef>
        <a:buNone/>
        <a:defRPr sz="37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4836" indent="-194836" algn="l" defTabSz="779343" rtl="0" eaLnBrk="1" latinLnBrk="0" hangingPunct="1">
        <a:lnSpc>
          <a:spcPct val="90000"/>
        </a:lnSpc>
        <a:spcBef>
          <a:spcPts val="852"/>
        </a:spcBef>
        <a:buFont typeface="Arial" panose="020B0604020202020204" pitchFamily="34" charset="0"/>
        <a:buChar char="•"/>
        <a:defRPr sz="2386" kern="1200">
          <a:solidFill>
            <a:schemeClr val="tx1"/>
          </a:solidFill>
          <a:latin typeface="+mn-lt"/>
          <a:ea typeface="+mn-ea"/>
          <a:cs typeface="+mn-cs"/>
        </a:defRPr>
      </a:lvl1pPr>
      <a:lvl2pPr marL="584507" indent="-194836" algn="l" defTabSz="779343" rtl="0" eaLnBrk="1" latinLnBrk="0" hangingPunct="1">
        <a:lnSpc>
          <a:spcPct val="90000"/>
        </a:lnSpc>
        <a:spcBef>
          <a:spcPts val="426"/>
        </a:spcBef>
        <a:buFont typeface="Arial" panose="020B0604020202020204" pitchFamily="34" charset="0"/>
        <a:buChar char="•"/>
        <a:defRPr sz="2046" kern="1200">
          <a:solidFill>
            <a:schemeClr val="tx1"/>
          </a:solidFill>
          <a:latin typeface="+mn-lt"/>
          <a:ea typeface="+mn-ea"/>
          <a:cs typeface="+mn-cs"/>
        </a:defRPr>
      </a:lvl2pPr>
      <a:lvl3pPr marL="974179" indent="-194836" algn="l" defTabSz="779343" rtl="0" eaLnBrk="1" latinLnBrk="0" hangingPunct="1">
        <a:lnSpc>
          <a:spcPct val="90000"/>
        </a:lnSpc>
        <a:spcBef>
          <a:spcPts val="426"/>
        </a:spcBef>
        <a:buFont typeface="Arial" panose="020B0604020202020204" pitchFamily="34" charset="0"/>
        <a:buChar char="•"/>
        <a:defRPr sz="1705" kern="1200">
          <a:solidFill>
            <a:schemeClr val="tx1"/>
          </a:solidFill>
          <a:latin typeface="+mn-lt"/>
          <a:ea typeface="+mn-ea"/>
          <a:cs typeface="+mn-cs"/>
        </a:defRPr>
      </a:lvl3pPr>
      <a:lvl4pPr marL="1363850" indent="-194836" algn="l" defTabSz="779343" rtl="0" eaLnBrk="1" latinLnBrk="0" hangingPunct="1">
        <a:lnSpc>
          <a:spcPct val="90000"/>
        </a:lnSpc>
        <a:spcBef>
          <a:spcPts val="426"/>
        </a:spcBef>
        <a:buFont typeface="Arial" panose="020B0604020202020204" pitchFamily="34" charset="0"/>
        <a:buChar char="•"/>
        <a:defRPr sz="1534" kern="1200">
          <a:solidFill>
            <a:schemeClr val="tx1"/>
          </a:solidFill>
          <a:latin typeface="+mn-lt"/>
          <a:ea typeface="+mn-ea"/>
          <a:cs typeface="+mn-cs"/>
        </a:defRPr>
      </a:lvl4pPr>
      <a:lvl5pPr marL="1753522" indent="-194836" algn="l" defTabSz="779343" rtl="0" eaLnBrk="1" latinLnBrk="0" hangingPunct="1">
        <a:lnSpc>
          <a:spcPct val="90000"/>
        </a:lnSpc>
        <a:spcBef>
          <a:spcPts val="426"/>
        </a:spcBef>
        <a:buFont typeface="Arial" panose="020B0604020202020204" pitchFamily="34" charset="0"/>
        <a:buChar char="•"/>
        <a:defRPr sz="1534" kern="1200">
          <a:solidFill>
            <a:schemeClr val="tx1"/>
          </a:solidFill>
          <a:latin typeface="+mn-lt"/>
          <a:ea typeface="+mn-ea"/>
          <a:cs typeface="+mn-cs"/>
        </a:defRPr>
      </a:lvl5pPr>
      <a:lvl6pPr marL="2143194" indent="-194836" algn="l" defTabSz="779343" rtl="0" eaLnBrk="1" latinLnBrk="0" hangingPunct="1">
        <a:lnSpc>
          <a:spcPct val="90000"/>
        </a:lnSpc>
        <a:spcBef>
          <a:spcPts val="426"/>
        </a:spcBef>
        <a:buFont typeface="Arial" panose="020B0604020202020204" pitchFamily="34" charset="0"/>
        <a:buChar char="•"/>
        <a:defRPr sz="1534" kern="1200">
          <a:solidFill>
            <a:schemeClr val="tx1"/>
          </a:solidFill>
          <a:latin typeface="+mn-lt"/>
          <a:ea typeface="+mn-ea"/>
          <a:cs typeface="+mn-cs"/>
        </a:defRPr>
      </a:lvl6pPr>
      <a:lvl7pPr marL="2532865" indent="-194836" algn="l" defTabSz="779343" rtl="0" eaLnBrk="1" latinLnBrk="0" hangingPunct="1">
        <a:lnSpc>
          <a:spcPct val="90000"/>
        </a:lnSpc>
        <a:spcBef>
          <a:spcPts val="426"/>
        </a:spcBef>
        <a:buFont typeface="Arial" panose="020B0604020202020204" pitchFamily="34" charset="0"/>
        <a:buChar char="•"/>
        <a:defRPr sz="1534" kern="1200">
          <a:solidFill>
            <a:schemeClr val="tx1"/>
          </a:solidFill>
          <a:latin typeface="+mn-lt"/>
          <a:ea typeface="+mn-ea"/>
          <a:cs typeface="+mn-cs"/>
        </a:defRPr>
      </a:lvl7pPr>
      <a:lvl8pPr marL="2922537" indent="-194836" algn="l" defTabSz="779343" rtl="0" eaLnBrk="1" latinLnBrk="0" hangingPunct="1">
        <a:lnSpc>
          <a:spcPct val="90000"/>
        </a:lnSpc>
        <a:spcBef>
          <a:spcPts val="426"/>
        </a:spcBef>
        <a:buFont typeface="Arial" panose="020B0604020202020204" pitchFamily="34" charset="0"/>
        <a:buChar char="•"/>
        <a:defRPr sz="1534" kern="1200">
          <a:solidFill>
            <a:schemeClr val="tx1"/>
          </a:solidFill>
          <a:latin typeface="+mn-lt"/>
          <a:ea typeface="+mn-ea"/>
          <a:cs typeface="+mn-cs"/>
        </a:defRPr>
      </a:lvl8pPr>
      <a:lvl9pPr marL="3312208" indent="-194836" algn="l" defTabSz="779343" rtl="0" eaLnBrk="1" latinLnBrk="0" hangingPunct="1">
        <a:lnSpc>
          <a:spcPct val="90000"/>
        </a:lnSpc>
        <a:spcBef>
          <a:spcPts val="426"/>
        </a:spcBef>
        <a:buFont typeface="Arial" panose="020B0604020202020204" pitchFamily="34" charset="0"/>
        <a:buChar char="•"/>
        <a:defRPr sz="153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79343" rtl="0" eaLnBrk="1" latinLnBrk="0" hangingPunct="1">
        <a:defRPr sz="1534" kern="1200">
          <a:solidFill>
            <a:schemeClr val="tx1"/>
          </a:solidFill>
          <a:latin typeface="+mn-lt"/>
          <a:ea typeface="+mn-ea"/>
          <a:cs typeface="+mn-cs"/>
        </a:defRPr>
      </a:lvl1pPr>
      <a:lvl2pPr marL="389672" algn="l" defTabSz="779343" rtl="0" eaLnBrk="1" latinLnBrk="0" hangingPunct="1">
        <a:defRPr sz="1534" kern="1200">
          <a:solidFill>
            <a:schemeClr val="tx1"/>
          </a:solidFill>
          <a:latin typeface="+mn-lt"/>
          <a:ea typeface="+mn-ea"/>
          <a:cs typeface="+mn-cs"/>
        </a:defRPr>
      </a:lvl2pPr>
      <a:lvl3pPr marL="779343" algn="l" defTabSz="779343" rtl="0" eaLnBrk="1" latinLnBrk="0" hangingPunct="1">
        <a:defRPr sz="1534" kern="1200">
          <a:solidFill>
            <a:schemeClr val="tx1"/>
          </a:solidFill>
          <a:latin typeface="+mn-lt"/>
          <a:ea typeface="+mn-ea"/>
          <a:cs typeface="+mn-cs"/>
        </a:defRPr>
      </a:lvl3pPr>
      <a:lvl4pPr marL="1169015" algn="l" defTabSz="779343" rtl="0" eaLnBrk="1" latinLnBrk="0" hangingPunct="1">
        <a:defRPr sz="1534" kern="1200">
          <a:solidFill>
            <a:schemeClr val="tx1"/>
          </a:solidFill>
          <a:latin typeface="+mn-lt"/>
          <a:ea typeface="+mn-ea"/>
          <a:cs typeface="+mn-cs"/>
        </a:defRPr>
      </a:lvl4pPr>
      <a:lvl5pPr marL="1558686" algn="l" defTabSz="779343" rtl="0" eaLnBrk="1" latinLnBrk="0" hangingPunct="1">
        <a:defRPr sz="1534" kern="1200">
          <a:solidFill>
            <a:schemeClr val="tx1"/>
          </a:solidFill>
          <a:latin typeface="+mn-lt"/>
          <a:ea typeface="+mn-ea"/>
          <a:cs typeface="+mn-cs"/>
        </a:defRPr>
      </a:lvl5pPr>
      <a:lvl6pPr marL="1948358" algn="l" defTabSz="779343" rtl="0" eaLnBrk="1" latinLnBrk="0" hangingPunct="1">
        <a:defRPr sz="1534" kern="1200">
          <a:solidFill>
            <a:schemeClr val="tx1"/>
          </a:solidFill>
          <a:latin typeface="+mn-lt"/>
          <a:ea typeface="+mn-ea"/>
          <a:cs typeface="+mn-cs"/>
        </a:defRPr>
      </a:lvl6pPr>
      <a:lvl7pPr marL="2338029" algn="l" defTabSz="779343" rtl="0" eaLnBrk="1" latinLnBrk="0" hangingPunct="1">
        <a:defRPr sz="1534" kern="1200">
          <a:solidFill>
            <a:schemeClr val="tx1"/>
          </a:solidFill>
          <a:latin typeface="+mn-lt"/>
          <a:ea typeface="+mn-ea"/>
          <a:cs typeface="+mn-cs"/>
        </a:defRPr>
      </a:lvl7pPr>
      <a:lvl8pPr marL="2727701" algn="l" defTabSz="779343" rtl="0" eaLnBrk="1" latinLnBrk="0" hangingPunct="1">
        <a:defRPr sz="1534" kern="1200">
          <a:solidFill>
            <a:schemeClr val="tx1"/>
          </a:solidFill>
          <a:latin typeface="+mn-lt"/>
          <a:ea typeface="+mn-ea"/>
          <a:cs typeface="+mn-cs"/>
        </a:defRPr>
      </a:lvl8pPr>
      <a:lvl9pPr marL="3117372" algn="l" defTabSz="779343" rtl="0" eaLnBrk="1" latinLnBrk="0" hangingPunct="1">
        <a:defRPr sz="153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ABFD7-0D22-9C60-33FA-90FFCB16A94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5D6592-7EF1-C382-7F22-33E33A343E9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95328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green line graph with black text&#10;&#10;AI-generated content may be incorrect.">
            <a:extLst>
              <a:ext uri="{FF2B5EF4-FFF2-40B4-BE49-F238E27FC236}">
                <a16:creationId xmlns:a16="http://schemas.microsoft.com/office/drawing/2014/main" id="{1BE35FFA-C0D6-C533-C97B-94E31C10F5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93" r="1059" b="-1"/>
          <a:stretch>
            <a:fillRect/>
          </a:stretch>
        </p:blipFill>
        <p:spPr>
          <a:xfrm>
            <a:off x="5104871" y="3059908"/>
            <a:ext cx="5430527" cy="2325808"/>
          </a:xfrm>
          <a:prstGeom prst="rect">
            <a:avLst/>
          </a:prstGeom>
        </p:spPr>
      </p:pic>
      <p:pic>
        <p:nvPicPr>
          <p:cNvPr id="7" name="Picture 6" descr="A green line graph with black text&#10;&#10;AI-generated content may be incorrect.">
            <a:extLst>
              <a:ext uri="{FF2B5EF4-FFF2-40B4-BE49-F238E27FC236}">
                <a16:creationId xmlns:a16="http://schemas.microsoft.com/office/drawing/2014/main" id="{E8DCCB51-F620-86A7-823B-04713EF8B4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41" r="928" b="3"/>
          <a:stretch>
            <a:fillRect/>
          </a:stretch>
        </p:blipFill>
        <p:spPr>
          <a:xfrm>
            <a:off x="0" y="3051662"/>
            <a:ext cx="5428925" cy="2332805"/>
          </a:xfrm>
          <a:prstGeom prst="rect">
            <a:avLst/>
          </a:prstGeom>
        </p:spPr>
      </p:pic>
      <p:pic>
        <p:nvPicPr>
          <p:cNvPr id="21" name="Picture 20" descr="A graph with a line&#10;&#10;AI-generated content may be incorrect.">
            <a:extLst>
              <a:ext uri="{FF2B5EF4-FFF2-40B4-BE49-F238E27FC236}">
                <a16:creationId xmlns:a16="http://schemas.microsoft.com/office/drawing/2014/main" id="{8896D5AF-8AC8-0FFB-FEB1-43465A88A4C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4497" y="523971"/>
            <a:ext cx="5593422" cy="2325808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1457823A-6439-0088-E276-796C94D9357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46" r="547" b="-1"/>
          <a:stretch>
            <a:fillRect/>
          </a:stretch>
        </p:blipFill>
        <p:spPr>
          <a:xfrm>
            <a:off x="5217921" y="508770"/>
            <a:ext cx="5428155" cy="2325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15720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raphic 17">
            <a:extLst>
              <a:ext uri="{FF2B5EF4-FFF2-40B4-BE49-F238E27FC236}">
                <a16:creationId xmlns:a16="http://schemas.microsoft.com/office/drawing/2014/main" id="{B2939167-9E5B-76BB-D25F-71C45FD282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502167" y="-414972"/>
            <a:ext cx="6250898" cy="7389890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8F8E77EA-1578-166A-B271-B7C3D844234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293991" y="-414971"/>
            <a:ext cx="6250897" cy="7389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62439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248</TotalTime>
  <Words>0</Words>
  <Application>Microsoft Office PowerPoint</Application>
  <PresentationFormat>Custom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Hemmati, Mohammad</dc:creator>
  <cp:lastModifiedBy>Hemmati, Mohammad</cp:lastModifiedBy>
  <cp:revision>2</cp:revision>
  <dcterms:created xsi:type="dcterms:W3CDTF">2025-09-18T10:14:34Z</dcterms:created>
  <dcterms:modified xsi:type="dcterms:W3CDTF">2025-09-18T14:33:34Z</dcterms:modified>
</cp:coreProperties>
</file>