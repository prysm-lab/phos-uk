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21FDA9-0443-4AEF-B8F1-84B77B00975F}" v="1" dt="2025-09-20T20:15:51.4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mati, Mohammad" userId="5e4c8864-b60e-4c33-9ab5-79becc45a124" providerId="ADAL" clId="{0AA367D0-20A9-4589-BF11-3BD43FA0EB4A}"/>
    <pc:docChg chg="custSel modSld">
      <pc:chgData name="Hemmati, Mohammad" userId="5e4c8864-b60e-4c33-9ab5-79becc45a124" providerId="ADAL" clId="{0AA367D0-20A9-4589-BF11-3BD43FA0EB4A}" dt="2025-09-20T20:30:21.634" v="12" actId="1037"/>
      <pc:docMkLst>
        <pc:docMk/>
      </pc:docMkLst>
      <pc:sldChg chg="addSp delSp modSp mod">
        <pc:chgData name="Hemmati, Mohammad" userId="5e4c8864-b60e-4c33-9ab5-79becc45a124" providerId="ADAL" clId="{0AA367D0-20A9-4589-BF11-3BD43FA0EB4A}" dt="2025-09-20T20:30:21.634" v="12" actId="1037"/>
        <pc:sldMkLst>
          <pc:docMk/>
          <pc:sldMk cId="3078983254" sldId="256"/>
        </pc:sldMkLst>
        <pc:picChg chg="add mod">
          <ac:chgData name="Hemmati, Mohammad" userId="5e4c8864-b60e-4c33-9ab5-79becc45a124" providerId="ADAL" clId="{0AA367D0-20A9-4589-BF11-3BD43FA0EB4A}" dt="2025-09-20T20:30:21.634" v="12" actId="1037"/>
          <ac:picMkLst>
            <pc:docMk/>
            <pc:sldMk cId="3078983254" sldId="256"/>
            <ac:picMk id="3" creationId="{15513E6A-0791-4EC2-1F72-C69D9B74B271}"/>
          </ac:picMkLst>
        </pc:picChg>
        <pc:picChg chg="del">
          <ac:chgData name="Hemmati, Mohammad" userId="5e4c8864-b60e-4c33-9ab5-79becc45a124" providerId="ADAL" clId="{0AA367D0-20A9-4589-BF11-3BD43FA0EB4A}" dt="2025-09-20T20:15:40.979" v="0" actId="478"/>
          <ac:picMkLst>
            <pc:docMk/>
            <pc:sldMk cId="3078983254" sldId="256"/>
            <ac:picMk id="1753" creationId="{9C3A843C-2AE1-79D0-4A25-7F8AB9A1AAB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70933-42FF-8436-64FC-5584E4462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B4F64-1A36-AAE8-FE8B-7AE64840C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0446D-B684-443F-F195-4DEE2135D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FCE-F698-4864-A2C2-CB700BEF8862}" type="datetimeFigureOut">
              <a:rPr lang="en-GB" smtClean="0"/>
              <a:t>20/09/2025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6B596-F75A-0703-5788-15688F10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8E442-0FAB-5189-3FF4-39944B60B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1C6A-C279-4C0E-93BD-16D010659F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6519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B4428-6771-B1FF-CA89-F2EFCC050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E2694-1587-956B-F3B9-4220DC1C5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1D7A5-6792-4DED-752A-7218ED461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FCE-F698-4864-A2C2-CB700BEF8862}" type="datetimeFigureOut">
              <a:rPr lang="en-GB" smtClean="0"/>
              <a:t>20/09/2025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E4451-9E7B-C64A-6EA8-FD2683008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1BC25-BE4E-5C6D-7145-51DA1DCB4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1C6A-C279-4C0E-93BD-16D010659F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264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2E7C-C28C-F771-B6C2-D9B36FF7B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2A59D-7354-6EA6-B3BD-2B6B045C4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501B3-4443-2AAC-14CB-A04E4958C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FCE-F698-4864-A2C2-CB700BEF8862}" type="datetimeFigureOut">
              <a:rPr lang="en-GB" smtClean="0"/>
              <a:t>20/09/2025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0ED2-BB79-D00F-37C7-3312EF2A2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1AC91-C4BF-00D8-C94D-583BC3643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1C6A-C279-4C0E-93BD-16D010659F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9409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815B-3948-5230-D98B-544A8FBB6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C588C-93AF-77FC-DD39-1BC498F869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8347D-D744-1FE4-50AF-6169A1967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2F60C-868B-458A-2FB5-5F2143ADE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FCE-F698-4864-A2C2-CB700BEF8862}" type="datetimeFigureOut">
              <a:rPr lang="en-GB" smtClean="0"/>
              <a:t>20/09/2025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8F26C-B795-EC37-6495-B2CABBCCF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E3D65-F32F-F6A2-B93E-D52DE07F7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1C6A-C279-4C0E-93BD-16D010659F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592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A107-1C0D-CD4F-C602-2A4C73690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DEAAD-2A43-43CE-0D70-53DF32279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D1A41-1297-ED66-AB95-C20EC3C0A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52AB7B-F45B-0A86-4A89-AEDC62CE4A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CBB10D-BA2B-3A3A-4429-E74D183394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C9D2B9-3BC0-7F62-B3E2-29412E771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FCE-F698-4864-A2C2-CB700BEF8862}" type="datetimeFigureOut">
              <a:rPr lang="en-GB" smtClean="0"/>
              <a:t>20/09/2025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CC55B7-06B5-2527-A487-C72532C38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33504-CD9A-EC04-3AF1-CB366A1C5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1C6A-C279-4C0E-93BD-16D010659F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693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CFE55-902F-3C6F-63AE-0AE42EE79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4DB950-E967-B4D4-6AEF-9396DF0BC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FCE-F698-4864-A2C2-CB700BEF8862}" type="datetimeFigureOut">
              <a:rPr lang="en-GB" smtClean="0"/>
              <a:t>20/09/2025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E405CA-8143-DD9C-06A5-40507FBB5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D1E52-7A7F-205A-96B0-E6A805F9D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1C6A-C279-4C0E-93BD-16D010659F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07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F44E34-8B00-D781-AA80-942AB1849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FCE-F698-4864-A2C2-CB700BEF8862}" type="datetimeFigureOut">
              <a:rPr lang="en-GB" smtClean="0"/>
              <a:t>20/09/2025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021326-8941-0FF2-1AFF-6900C898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837B6-D1D6-DF69-EC6E-726C0124A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1C6A-C279-4C0E-93BD-16D010659F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515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6993-A27D-F753-FF24-538BBA694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8A297-542A-5B47-1EA7-7082C95CF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68259-ED61-0F63-176B-164DFBEAB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DF11B-C465-5CB0-D8A0-7E600CBF7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FCE-F698-4864-A2C2-CB700BEF8862}" type="datetimeFigureOut">
              <a:rPr lang="en-GB" smtClean="0"/>
              <a:t>20/09/2025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E6A5D-5821-0537-FC5D-1744D5588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F2475-66AA-3CED-5C2A-459621D6C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1C6A-C279-4C0E-93BD-16D010659F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37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E8CC4-1DC8-82A7-C347-9851ECECA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A14BB-D3AA-9598-84ED-F96C325F3C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F6C31-BF98-2347-5882-C72627AC7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F4C3B-E3E1-43E4-3B07-E66672362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FCE-F698-4864-A2C2-CB700BEF8862}" type="datetimeFigureOut">
              <a:rPr lang="en-GB" smtClean="0"/>
              <a:t>20/09/2025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72BA6-F601-165F-D213-4F8B4AEFD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E77B0-CA3E-ECBC-6BEC-B76AC8E7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1C6A-C279-4C0E-93BD-16D010659F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2934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9D397-D90E-277E-97EB-20A82E71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A8D14-5F52-E5CA-8C58-5BC2168BE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18366-D58C-BDCC-B7F2-3211D9AAB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FCE-F698-4864-A2C2-CB700BEF8862}" type="datetimeFigureOut">
              <a:rPr lang="en-GB" smtClean="0"/>
              <a:t>20/09/2025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019F3-DB3A-4FC8-8B86-DF6839F54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E0733-E829-10CC-4AED-B73F12B0A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1C6A-C279-4C0E-93BD-16D010659F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109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FD6A3-C2AF-0FAE-7C3E-C7860EA3EF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CE359-E048-FBFD-8D66-88A5B3B51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A10BE-3E42-FA74-119F-389AFC7D7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DFCE-F698-4864-A2C2-CB700BEF8862}" type="datetimeFigureOut">
              <a:rPr lang="en-GB" smtClean="0"/>
              <a:t>20/09/2025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7260A-951C-8DA6-4184-A91060858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D9B91-A0F0-5434-DB7E-CAF7B9530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1C6A-C279-4C0E-93BD-16D010659F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39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186A16-2F3A-0683-2F40-50097762F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359DC-FD44-8AF4-CC44-ECA1D1873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91A3F-C876-AFF0-7471-09C1C87778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0EDFCE-F698-4864-A2C2-CB700BEF8862}" type="datetimeFigureOut">
              <a:rPr lang="en-GB" smtClean="0"/>
              <a:t>20/09/2025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E84E7-C480-FE4C-1F6D-3C51CEB7C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45DCC-10DC-C799-DFF9-D46E02BFC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791C6A-C279-4C0E-93BD-16D010659F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57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5" name="Graphic 1754">
            <a:extLst>
              <a:ext uri="{FF2B5EF4-FFF2-40B4-BE49-F238E27FC236}">
                <a16:creationId xmlns:a16="http://schemas.microsoft.com/office/drawing/2014/main" id="{478B9CA7-EBD1-2FFF-9D6E-C02C493E3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6878" y="-316946"/>
            <a:ext cx="6264099" cy="783012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5513E6A-0791-4EC2-1F72-C69D9B74B2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9313" y="-316946"/>
            <a:ext cx="6264099" cy="783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983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Hemmati, Mohammad</dc:creator>
  <cp:lastModifiedBy>Hemmati, Mohammad</cp:lastModifiedBy>
  <cp:revision>1</cp:revision>
  <dcterms:created xsi:type="dcterms:W3CDTF">2025-09-20T11:50:41Z</dcterms:created>
  <dcterms:modified xsi:type="dcterms:W3CDTF">2025-09-20T20:30:30Z</dcterms:modified>
</cp:coreProperties>
</file>